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DECLARATION-image-1.pn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LECTURE-image-1.png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NTERPELLATION-image-1.png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DEUX_COLONNES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LARA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406400"/>
            <a:ext cx="11176000" cy="6045200"/>
          </a:xfrm>
          <a:prstGeom prst="roundRect">
            <a:avLst>
              <a:gd name="adj" fmla="val 2723"/>
            </a:avLst>
          </a:prstGeom>
          <a:solidFill>
            <a:srgbClr val="122F4C">
              <a:alpha val="78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PELLA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406400"/>
            <a:ext cx="11176000" cy="6045200"/>
          </a:xfrm>
          <a:prstGeom prst="roundRect">
            <a:avLst>
              <a:gd name="adj" fmla="val 2723"/>
            </a:avLst>
          </a:prstGeom>
          <a:solidFill>
            <a:srgbClr val="FFFFFF">
              <a:alpha val="16000"/>
            </a:srgbClr>
          </a:solidFill>
          <a:ln w="19050">
            <a:solidFill>
              <a:srgbClr val="FFFFFF">
                <a:alpha val="55000"/>
              </a:srgbClr>
            </a:solidFill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_COLONNE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762000"/>
            <a:ext cx="5461000" cy="5334000"/>
          </a:xfrm>
          <a:prstGeom prst="roundRect">
            <a:avLst>
              <a:gd name="adj" fmla="val 4320"/>
            </a:avLst>
          </a:prstGeom>
          <a:solidFill>
            <a:srgbClr val="122F4C">
              <a:alpha val="7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223000" y="762000"/>
            <a:ext cx="5461000" cy="5334000"/>
          </a:xfrm>
          <a:prstGeom prst="roundRect">
            <a:avLst>
              <a:gd name="adj" fmla="val 4320"/>
            </a:avLst>
          </a:prstGeom>
          <a:solidFill>
            <a:srgbClr val="122F4C">
              <a:alpha val="78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La conduite du Grand Berger">
  <a:themeElements>
    <a:clrScheme name="La conduite du Grand Berger">
      <a:dk1>
        <a:srgbClr val="122F4C"/>
      </a:dk1>
      <a:lt1>
        <a:srgbClr val="FFFFFF"/>
      </a:lt1>
      <a:dk2>
        <a:srgbClr val="122F4C"/>
      </a:dk2>
      <a:lt2>
        <a:srgbClr val="FFFFFF"/>
      </a:lt2>
      <a:accent1>
        <a:srgbClr val="122F4C"/>
      </a:accent1>
      <a:accent2>
        <a:srgbClr val="FFFFFF"/>
      </a:accent2>
      <a:accent3>
        <a:srgbClr val="1F5A86"/>
      </a:accent3>
      <a:accent4>
        <a:srgbClr val="2A7FB0"/>
      </a:accent4>
      <a:accent5>
        <a:srgbClr val="3FA7C9"/>
      </a:accent5>
      <a:accent6>
        <a:srgbClr val="8A9AC8"/>
      </a:accent6>
      <a:hlink>
        <a:srgbClr val="FFFFFF"/>
      </a:hlink>
      <a:folHlink>
        <a:srgbClr val="D6E2F0"/>
      </a:folHlink>
    </a:clrScheme>
    <a:fontScheme name="La conduite du Grand Berger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consigne, pas la logique</dc:title>
  <dc:subject>PptxGenJS Presentation</dc:subject>
  <dc:creator>PptxGenJS</dc:creator>
  <cp:lastModifiedBy>PptxGenJS</cp:lastModifiedBy>
  <cp:revision>1</cp:revision>
  <dcterms:created xsi:type="dcterms:W3CDTF">2026-10-11T09:05:50Z</dcterms:created>
  <dcterms:modified xsi:type="dcterms:W3CDTF">2026-10-11T09:05:50Z</dcterms:modified>
</cp:coreProperties>
</file>